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F4CB4-861E-4CB2-8936-28FA22AF4D0D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A663C-96BE-4A01-A6CA-BCE534480A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5180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F4CB4-861E-4CB2-8936-28FA22AF4D0D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A663C-96BE-4A01-A6CA-BCE534480A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6018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F4CB4-861E-4CB2-8936-28FA22AF4D0D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A663C-96BE-4A01-A6CA-BCE534480A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3563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F4CB4-861E-4CB2-8936-28FA22AF4D0D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A663C-96BE-4A01-A6CA-BCE534480A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8774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F4CB4-861E-4CB2-8936-28FA22AF4D0D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A663C-96BE-4A01-A6CA-BCE534480A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904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F4CB4-861E-4CB2-8936-28FA22AF4D0D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A663C-96BE-4A01-A6CA-BCE534480A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8064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F4CB4-861E-4CB2-8936-28FA22AF4D0D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A663C-96BE-4A01-A6CA-BCE534480A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4884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F4CB4-861E-4CB2-8936-28FA22AF4D0D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A663C-96BE-4A01-A6CA-BCE534480A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6099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F4CB4-861E-4CB2-8936-28FA22AF4D0D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A663C-96BE-4A01-A6CA-BCE534480A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5471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F4CB4-861E-4CB2-8936-28FA22AF4D0D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A663C-96BE-4A01-A6CA-BCE534480A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498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F4CB4-861E-4CB2-8936-28FA22AF4D0D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A663C-96BE-4A01-A6CA-BCE534480A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4805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0"/>
                <a:lumOff val="100000"/>
              </a:schemeClr>
            </a:gs>
            <a:gs pos="35000">
              <a:schemeClr val="accent6">
                <a:lumMod val="0"/>
                <a:lumOff val="100000"/>
              </a:schemeClr>
            </a:gs>
            <a:gs pos="100000">
              <a:schemeClr val="accent6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FF4CB4-861E-4CB2-8936-28FA22AF4D0D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4A663C-96BE-4A01-A6CA-BCE534480A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5419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85912" y="2053286"/>
            <a:ext cx="9058274" cy="842963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Разработка игры «Крокодил»</a:t>
            </a:r>
            <a:endParaRPr lang="ru-RU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826026" y="4029421"/>
            <a:ext cx="9144000" cy="1655762"/>
          </a:xfrm>
        </p:spPr>
        <p:txBody>
          <a:bodyPr>
            <a:normAutofit fontScale="92500" lnSpcReduction="10000"/>
          </a:bodyPr>
          <a:lstStyle/>
          <a:p>
            <a:pPr algn="r"/>
            <a:r>
              <a:rPr lang="ru-RU" dirty="0" smtClean="0"/>
              <a:t>Студентка группы ИБ-41</a:t>
            </a:r>
          </a:p>
          <a:p>
            <a:pPr algn="r"/>
            <a:r>
              <a:rPr lang="ru-RU" dirty="0" err="1" smtClean="0"/>
              <a:t>Федоткина</a:t>
            </a:r>
            <a:r>
              <a:rPr lang="ru-RU" dirty="0" smtClean="0"/>
              <a:t> София Андреевна</a:t>
            </a:r>
          </a:p>
          <a:p>
            <a:pPr algn="r"/>
            <a:r>
              <a:rPr lang="ru-RU" dirty="0" smtClean="0"/>
              <a:t>Преподаватель</a:t>
            </a:r>
          </a:p>
          <a:p>
            <a:pPr algn="r"/>
            <a:r>
              <a:rPr lang="ru-RU" dirty="0" err="1" smtClean="0"/>
              <a:t>Липатникова</a:t>
            </a:r>
            <a:r>
              <a:rPr lang="ru-RU" dirty="0" smtClean="0"/>
              <a:t> Надежда Михайловна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3030" y="6225834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 smtClean="0"/>
              <a:t>2026</a:t>
            </a:r>
            <a:endParaRPr lang="ru-RU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2009394" y="397966"/>
            <a:ext cx="82113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ГОСУДАРСТВЕННОЕ БЮДЖЕТНОЕ ПРОФЕССИОНАЛЬНОЕ ОБРАЗОВАТЕЛЬНОЕ УЧРЕЖДЕНИЕ МОСКОВСКОЙ ОБЛАСТИ</a:t>
            </a:r>
          </a:p>
          <a:p>
            <a:pPr algn="ctr"/>
            <a:r>
              <a:rPr lang="ru-RU" dirty="0" smtClean="0"/>
              <a:t> «ФИЗИКО-ТЕХНИЧЕСКИЙ КОЛЛЕДЖ»</a:t>
            </a:r>
          </a:p>
          <a:p>
            <a:pPr algn="ctr"/>
            <a:r>
              <a:rPr lang="ru-RU" dirty="0" smtClean="0"/>
              <a:t> (ГБПОУ МО «ФИЗТЕХ-КОЛЛЕДЖ»)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13120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80472" y="374787"/>
            <a:ext cx="4845395" cy="626165"/>
          </a:xfrm>
        </p:spPr>
        <p:txBody>
          <a:bodyPr/>
          <a:lstStyle/>
          <a:p>
            <a:r>
              <a:rPr lang="ru-RU" b="1" dirty="0" smtClean="0"/>
              <a:t>Актуальность и проблема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80472" y="1538219"/>
            <a:ext cx="9964048" cy="332615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b="1" dirty="0"/>
              <a:t>Проблема:</a:t>
            </a:r>
            <a:endParaRPr lang="ru-RU" sz="2400" dirty="0"/>
          </a:p>
          <a:p>
            <a:r>
              <a:rPr lang="ru-RU" sz="2400" dirty="0"/>
              <a:t>В классического «Крокодила» нужно играть компанией</a:t>
            </a:r>
          </a:p>
          <a:p>
            <a:r>
              <a:rPr lang="ru-RU" sz="2400" dirty="0"/>
              <a:t>Нужен ведущий, который придумывает слова</a:t>
            </a:r>
          </a:p>
          <a:p>
            <a:r>
              <a:rPr lang="ru-RU" sz="2400" dirty="0"/>
              <a:t>Слова быстро заканчиваются, надоедает придумывать одно и то же</a:t>
            </a:r>
          </a:p>
          <a:p>
            <a:pPr marL="0" indent="0">
              <a:buNone/>
            </a:pPr>
            <a:r>
              <a:rPr lang="ru-RU" sz="2400" b="1" dirty="0"/>
              <a:t>Целевая аудитория:</a:t>
            </a:r>
            <a:endParaRPr lang="ru-RU" sz="2400" dirty="0"/>
          </a:p>
          <a:p>
            <a:r>
              <a:rPr lang="ru-RU" sz="2400" dirty="0"/>
              <a:t>Люди, которым скучно и хочется развлечься</a:t>
            </a:r>
          </a:p>
          <a:p>
            <a:r>
              <a:rPr lang="ru-RU" sz="2400" dirty="0"/>
              <a:t>Любители игры без компании</a:t>
            </a:r>
          </a:p>
          <a:p>
            <a:r>
              <a:rPr lang="ru-RU" sz="2400" dirty="0"/>
              <a:t>Все, кто хочет скоротать 5–10 минут</a:t>
            </a:r>
          </a:p>
          <a:p>
            <a:pPr marL="0" indent="0">
              <a:buNone/>
            </a:pPr>
            <a:r>
              <a:rPr lang="ru-RU" sz="2400" b="1" dirty="0"/>
              <a:t>Основная идея</a:t>
            </a:r>
            <a:r>
              <a:rPr lang="ru-RU" sz="2400" b="1" dirty="0" smtClean="0"/>
              <a:t>:</a:t>
            </a:r>
            <a:endParaRPr lang="ru-RU" sz="2400" dirty="0"/>
          </a:p>
          <a:p>
            <a:r>
              <a:rPr lang="ru-RU" sz="2400" dirty="0" smtClean="0"/>
              <a:t>Программа сама даёт слова и подсказки, игрок угадывает один</a:t>
            </a:r>
            <a:br>
              <a:rPr lang="ru-RU" sz="2400" dirty="0" smtClean="0"/>
            </a:b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27462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8313" y="273050"/>
            <a:ext cx="3932237" cy="609600"/>
          </a:xfrm>
        </p:spPr>
        <p:txBody>
          <a:bodyPr/>
          <a:lstStyle/>
          <a:p>
            <a:r>
              <a:rPr lang="en-US" b="1" dirty="0" smtClean="0"/>
              <a:t>Use Case </a:t>
            </a:r>
            <a:r>
              <a:rPr lang="ru-RU" b="1" dirty="0" smtClean="0"/>
              <a:t>диаграмма</a:t>
            </a:r>
            <a:endParaRPr lang="ru-RU" b="1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7779" y="190499"/>
            <a:ext cx="4028946" cy="6543676"/>
          </a:xfrm>
        </p:spPr>
      </p:pic>
    </p:spTree>
    <p:extLst>
      <p:ext uri="{BB962C8B-B14F-4D97-AF65-F5344CB8AC3E}">
        <p14:creationId xmlns:p14="http://schemas.microsoft.com/office/powerpoint/2010/main" val="917097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58800" y="314325"/>
            <a:ext cx="4151312" cy="533400"/>
          </a:xfrm>
        </p:spPr>
        <p:txBody>
          <a:bodyPr/>
          <a:lstStyle/>
          <a:p>
            <a:r>
              <a:rPr lang="ru-RU" b="1" dirty="0" smtClean="0"/>
              <a:t>Блок-схема алгоритма</a:t>
            </a:r>
            <a:endParaRPr lang="ru-RU" b="1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9198" y="133350"/>
            <a:ext cx="4274752" cy="6629400"/>
          </a:xfrm>
        </p:spPr>
      </p:pic>
    </p:spTree>
    <p:extLst>
      <p:ext uri="{BB962C8B-B14F-4D97-AF65-F5344CB8AC3E}">
        <p14:creationId xmlns:p14="http://schemas.microsoft.com/office/powerpoint/2010/main" val="2615223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8976" y="200025"/>
            <a:ext cx="4494212" cy="485774"/>
          </a:xfrm>
        </p:spPr>
        <p:txBody>
          <a:bodyPr>
            <a:noAutofit/>
          </a:bodyPr>
          <a:lstStyle/>
          <a:p>
            <a:r>
              <a:rPr lang="ru-RU" b="1" dirty="0" smtClean="0"/>
              <a:t>Внешний вид программы</a:t>
            </a:r>
            <a:endParaRPr lang="ru-RU" b="1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839" y="1206102"/>
            <a:ext cx="5199062" cy="2893219"/>
          </a:xfrm>
        </p:spPr>
      </p:pic>
      <p:sp>
        <p:nvSpPr>
          <p:cNvPr id="7" name="TextBox 6"/>
          <p:cNvSpPr txBox="1"/>
          <p:nvPr/>
        </p:nvSpPr>
        <p:spPr>
          <a:xfrm>
            <a:off x="1916123" y="4070745"/>
            <a:ext cx="20399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smtClean="0"/>
              <a:t>Главное меню</a:t>
            </a:r>
            <a:endParaRPr lang="ru-R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8228466" y="4070744"/>
            <a:ext cx="16786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smtClean="0"/>
              <a:t>Экран игры</a:t>
            </a:r>
            <a:endParaRPr lang="ru-RU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1920409" y="4532409"/>
            <a:ext cx="185178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 smtClean="0"/>
              <a:t>3 кнопки:</a:t>
            </a:r>
          </a:p>
          <a:p>
            <a:pPr algn="ctr"/>
            <a:r>
              <a:rPr lang="ru-RU" sz="2000" dirty="0" smtClean="0"/>
              <a:t>Начать игру</a:t>
            </a:r>
          </a:p>
          <a:p>
            <a:pPr algn="ctr"/>
            <a:r>
              <a:rPr lang="ru-RU" sz="2000" dirty="0" smtClean="0"/>
              <a:t>Описание игры</a:t>
            </a:r>
          </a:p>
          <a:p>
            <a:pPr algn="ctr"/>
            <a:r>
              <a:rPr lang="ru-RU" sz="2000" dirty="0" smtClean="0"/>
              <a:t>Выйти из игры</a:t>
            </a:r>
            <a:endParaRPr lang="ru-RU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7682450" y="4465734"/>
            <a:ext cx="277069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 smtClean="0"/>
              <a:t>Счетчик попыток</a:t>
            </a:r>
          </a:p>
          <a:p>
            <a:pPr algn="ctr"/>
            <a:r>
              <a:rPr lang="ru-RU" sz="2000" dirty="0" smtClean="0"/>
              <a:t>Поле вывода подсказок</a:t>
            </a:r>
          </a:p>
          <a:p>
            <a:pPr algn="ctr"/>
            <a:r>
              <a:rPr lang="ru-RU" sz="2000" dirty="0" smtClean="0"/>
              <a:t>Поле ввода для слова</a:t>
            </a:r>
          </a:p>
          <a:p>
            <a:pPr algn="ctr"/>
            <a:r>
              <a:rPr lang="ru-RU" sz="2000" dirty="0" smtClean="0"/>
              <a:t>Кнопка ОК</a:t>
            </a:r>
          </a:p>
          <a:p>
            <a:pPr algn="ctr"/>
            <a:r>
              <a:rPr lang="ru-RU" sz="2000" dirty="0" smtClean="0"/>
              <a:t>Кнопка Выйти из игры</a:t>
            </a:r>
            <a:endParaRPr lang="ru-RU" sz="20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9848" y="1206102"/>
            <a:ext cx="5295900" cy="2893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216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63588" y="238125"/>
            <a:ext cx="3932237" cy="628650"/>
          </a:xfrm>
        </p:spPr>
        <p:txBody>
          <a:bodyPr/>
          <a:lstStyle/>
          <a:p>
            <a:r>
              <a:rPr lang="ru-RU" b="1" dirty="0" smtClean="0"/>
              <a:t>Пример работы</a:t>
            </a:r>
            <a:endParaRPr lang="ru-RU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088709" y="4886324"/>
            <a:ext cx="37487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smtClean="0"/>
              <a:t>Пользователь угадал слово</a:t>
            </a:r>
            <a:endParaRPr lang="ru-RU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6937565" y="4886324"/>
            <a:ext cx="4136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smtClean="0"/>
              <a:t>Пользователь не угадал слово</a:t>
            </a:r>
            <a:endParaRPr lang="ru-RU" sz="24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709" y="1647825"/>
            <a:ext cx="5051691" cy="295275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5550" y="1647825"/>
            <a:ext cx="5048250" cy="295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771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50876" y="209549"/>
            <a:ext cx="4532312" cy="638175"/>
          </a:xfrm>
        </p:spPr>
        <p:txBody>
          <a:bodyPr/>
          <a:lstStyle/>
          <a:p>
            <a:r>
              <a:rPr lang="ru-RU" b="1" dirty="0" smtClean="0"/>
              <a:t>Содержимое файла лога</a:t>
            </a:r>
            <a:endParaRPr lang="ru-RU" b="1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2832" y="1139825"/>
            <a:ext cx="5388768" cy="5337175"/>
          </a:xfrm>
        </p:spPr>
      </p:pic>
    </p:spTree>
    <p:extLst>
      <p:ext uri="{BB962C8B-B14F-4D97-AF65-F5344CB8AC3E}">
        <p14:creationId xmlns:p14="http://schemas.microsoft.com/office/powerpoint/2010/main" val="2729577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63637" y="419100"/>
            <a:ext cx="3932237" cy="552450"/>
          </a:xfrm>
        </p:spPr>
        <p:txBody>
          <a:bodyPr/>
          <a:lstStyle/>
          <a:p>
            <a:r>
              <a:rPr lang="ru-RU" b="1" dirty="0" smtClean="0"/>
              <a:t>Заключение</a:t>
            </a:r>
            <a:endParaRPr lang="ru-RU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163637" y="1390650"/>
            <a:ext cx="9599613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Что сделано</a:t>
            </a:r>
            <a:r>
              <a:rPr lang="ru-RU" sz="2400" b="1" dirty="0" smtClean="0"/>
              <a:t>: </a:t>
            </a:r>
            <a:r>
              <a:rPr lang="ru-RU" sz="2400" dirty="0" smtClean="0"/>
              <a:t>создана </a:t>
            </a:r>
            <a:r>
              <a:rPr lang="ru-RU" sz="2400" dirty="0"/>
              <a:t>база слов и </a:t>
            </a:r>
            <a:r>
              <a:rPr lang="ru-RU" sz="2400" dirty="0" smtClean="0"/>
              <a:t>подсказок, </a:t>
            </a:r>
            <a:r>
              <a:rPr lang="ru-RU" sz="2400" dirty="0"/>
              <a:t>р</a:t>
            </a:r>
            <a:r>
              <a:rPr lang="ru-RU" sz="2400" dirty="0" smtClean="0"/>
              <a:t>еализован </a:t>
            </a:r>
            <a:r>
              <a:rPr lang="ru-RU" sz="2400" dirty="0"/>
              <a:t>счётчик попыток (3 </a:t>
            </a:r>
            <a:r>
              <a:rPr lang="ru-RU" sz="2400" dirty="0" smtClean="0"/>
              <a:t>попытки), разработан </a:t>
            </a:r>
            <a:r>
              <a:rPr lang="ru-RU" sz="2400" dirty="0"/>
              <a:t>графический </a:t>
            </a:r>
            <a:r>
              <a:rPr lang="ru-RU" sz="2400" dirty="0" smtClean="0"/>
              <a:t>интерфейс, добавлено </a:t>
            </a:r>
            <a:r>
              <a:rPr lang="ru-RU" sz="2400" dirty="0" err="1"/>
              <a:t>логирование</a:t>
            </a:r>
            <a:r>
              <a:rPr lang="ru-RU" sz="2400" dirty="0"/>
              <a:t> </a:t>
            </a:r>
            <a:r>
              <a:rPr lang="ru-RU" sz="2400" dirty="0" smtClean="0"/>
              <a:t>действий, реализовано </a:t>
            </a:r>
            <a:r>
              <a:rPr lang="ru-RU" sz="2400" dirty="0"/>
              <a:t>фоновое музыкальное сопровождение</a:t>
            </a:r>
          </a:p>
          <a:p>
            <a:endParaRPr lang="ru-RU" sz="2400" dirty="0"/>
          </a:p>
          <a:p>
            <a:r>
              <a:rPr lang="ru-RU" sz="2400" b="1" dirty="0" smtClean="0"/>
              <a:t>Планы </a:t>
            </a:r>
            <a:r>
              <a:rPr lang="ru-RU" sz="2400" b="1" dirty="0"/>
              <a:t>на </a:t>
            </a:r>
            <a:r>
              <a:rPr lang="ru-RU" sz="2400" b="1" dirty="0" smtClean="0"/>
              <a:t>будущее:</a:t>
            </a:r>
            <a:r>
              <a:rPr lang="ru-RU" sz="2400" dirty="0"/>
              <a:t> р</a:t>
            </a:r>
            <a:r>
              <a:rPr lang="ru-RU" sz="2400" dirty="0" smtClean="0"/>
              <a:t>асширить </a:t>
            </a:r>
            <a:r>
              <a:rPr lang="ru-RU" sz="2400" dirty="0"/>
              <a:t>базу </a:t>
            </a:r>
            <a:r>
              <a:rPr lang="ru-RU" sz="2400" dirty="0" smtClean="0"/>
              <a:t>слов, добавить выбор уровня сложности, улучшить интерфейс</a:t>
            </a:r>
            <a:endParaRPr lang="ru-RU" sz="24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066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64</TotalTime>
  <Words>191</Words>
  <Application>Microsoft Office PowerPoint</Application>
  <PresentationFormat>Широкоэкранный</PresentationFormat>
  <Paragraphs>42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Тема Office</vt:lpstr>
      <vt:lpstr>Разработка игры «Крокодил»</vt:lpstr>
      <vt:lpstr>Актуальность и проблема</vt:lpstr>
      <vt:lpstr>Use Case диаграмма</vt:lpstr>
      <vt:lpstr>Блок-схема алгоритма</vt:lpstr>
      <vt:lpstr>Внешний вид программы</vt:lpstr>
      <vt:lpstr>Пример работы</vt:lpstr>
      <vt:lpstr>Содержимое файла лога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игры «Крокодил»</dc:title>
  <dc:creator>PC</dc:creator>
  <cp:lastModifiedBy>PC</cp:lastModifiedBy>
  <cp:revision>8</cp:revision>
  <dcterms:created xsi:type="dcterms:W3CDTF">2026-04-02T19:05:47Z</dcterms:created>
  <dcterms:modified xsi:type="dcterms:W3CDTF">2026-04-15T16:17:37Z</dcterms:modified>
</cp:coreProperties>
</file>