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180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6018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563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774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04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064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884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6099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471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981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805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F4CB4-861E-4CB2-8936-28FA22AF4D0D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41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43050" y="731838"/>
            <a:ext cx="9144000" cy="2387600"/>
          </a:xfrm>
        </p:spPr>
        <p:txBody>
          <a:bodyPr>
            <a:normAutofit/>
          </a:bodyPr>
          <a:lstStyle/>
          <a:p>
            <a:r>
              <a:rPr lang="ru-RU" b="1" dirty="0" smtClean="0"/>
              <a:t>Разработка игры «Крокодил»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826026" y="4029421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ru-RU" dirty="0" smtClean="0"/>
              <a:t>Студентка группы ИБ-41</a:t>
            </a:r>
          </a:p>
          <a:p>
            <a:pPr algn="r"/>
            <a:r>
              <a:rPr lang="ru-RU" dirty="0" err="1" smtClean="0"/>
              <a:t>Федоткина</a:t>
            </a:r>
            <a:r>
              <a:rPr lang="ru-RU" dirty="0" smtClean="0"/>
              <a:t> София Андреевна</a:t>
            </a:r>
          </a:p>
          <a:p>
            <a:pPr algn="r"/>
            <a:r>
              <a:rPr lang="ru-RU" dirty="0" smtClean="0"/>
              <a:t>Преподаватель</a:t>
            </a:r>
          </a:p>
          <a:p>
            <a:pPr algn="r"/>
            <a:r>
              <a:rPr lang="ru-RU" dirty="0" err="1" smtClean="0"/>
              <a:t>Липатникова</a:t>
            </a:r>
            <a:r>
              <a:rPr lang="ru-RU" dirty="0" smtClean="0"/>
              <a:t> Надежда Михайловна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3030" y="6225834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 smtClean="0"/>
              <a:t>2026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13120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0580" y="79512"/>
            <a:ext cx="4845395" cy="626165"/>
          </a:xfrm>
        </p:spPr>
        <p:txBody>
          <a:bodyPr/>
          <a:lstStyle/>
          <a:p>
            <a:r>
              <a:rPr lang="ru-RU" b="1" dirty="0" smtClean="0"/>
              <a:t>Актуальность и проблема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2222" y="1176269"/>
            <a:ext cx="9964048" cy="33261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/>
              <a:t>Проблема:</a:t>
            </a:r>
            <a:endParaRPr lang="ru-RU" sz="2400" dirty="0"/>
          </a:p>
          <a:p>
            <a:r>
              <a:rPr lang="ru-RU" sz="2400" dirty="0"/>
              <a:t>В классического «Крокодила» нужно играть компанией</a:t>
            </a:r>
          </a:p>
          <a:p>
            <a:r>
              <a:rPr lang="ru-RU" sz="2400" dirty="0"/>
              <a:t>Нужен ведущий, который придумывает слова</a:t>
            </a:r>
          </a:p>
          <a:p>
            <a:r>
              <a:rPr lang="ru-RU" sz="2400" dirty="0"/>
              <a:t>Слова быстро заканчиваются, надоедает придумывать одно и то же</a:t>
            </a:r>
          </a:p>
          <a:p>
            <a:pPr marL="0" indent="0">
              <a:buNone/>
            </a:pPr>
            <a:r>
              <a:rPr lang="ru-RU" sz="2400" b="1" dirty="0"/>
              <a:t>Целевая аудитория:</a:t>
            </a:r>
            <a:endParaRPr lang="ru-RU" sz="2400" dirty="0"/>
          </a:p>
          <a:p>
            <a:r>
              <a:rPr lang="ru-RU" sz="2400" dirty="0"/>
              <a:t>Люди, которым скучно и хочется развлечься</a:t>
            </a:r>
          </a:p>
          <a:p>
            <a:r>
              <a:rPr lang="ru-RU" sz="2400" dirty="0"/>
              <a:t>Любители игры без компании</a:t>
            </a:r>
          </a:p>
          <a:p>
            <a:r>
              <a:rPr lang="ru-RU" sz="2400" dirty="0"/>
              <a:t>Все, кто хочет скоротать 5–10 минут</a:t>
            </a:r>
          </a:p>
          <a:p>
            <a:pPr marL="0" indent="0">
              <a:buNone/>
            </a:pPr>
            <a:r>
              <a:rPr lang="ru-RU" sz="2400" b="1" dirty="0"/>
              <a:t>Основная идея</a:t>
            </a:r>
            <a:r>
              <a:rPr lang="ru-RU" sz="2400" b="1" dirty="0" smtClean="0"/>
              <a:t>:</a:t>
            </a:r>
            <a:endParaRPr lang="ru-RU" sz="2400" dirty="0"/>
          </a:p>
          <a:p>
            <a:r>
              <a:rPr lang="ru-RU" sz="2400" dirty="0" smtClean="0"/>
              <a:t>Программа сама даёт слова и подсказки, игрок угадывает один</a:t>
            </a:r>
            <a:r>
              <a:rPr lang="ru-RU" sz="2400" dirty="0" smtClean="0"/>
              <a:t/>
            </a:r>
            <a:br>
              <a:rPr lang="ru-RU" sz="2400" dirty="0" smtClean="0"/>
            </a:b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7462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0263" y="111125"/>
            <a:ext cx="3932237" cy="609600"/>
          </a:xfrm>
        </p:spPr>
        <p:txBody>
          <a:bodyPr/>
          <a:lstStyle/>
          <a:p>
            <a:r>
              <a:rPr lang="en-US" b="1" dirty="0" smtClean="0"/>
              <a:t>Use Case </a:t>
            </a:r>
            <a:r>
              <a:rPr lang="ru-RU" b="1" dirty="0" smtClean="0"/>
              <a:t>диаграмма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654" y="253999"/>
            <a:ext cx="3114546" cy="6287269"/>
          </a:xfrm>
        </p:spPr>
      </p:pic>
      <p:sp>
        <p:nvSpPr>
          <p:cNvPr id="6" name="TextBox 5"/>
          <p:cNvSpPr txBox="1"/>
          <p:nvPr/>
        </p:nvSpPr>
        <p:spPr>
          <a:xfrm>
            <a:off x="657225" y="1466850"/>
            <a:ext cx="670572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Роль:</a:t>
            </a:r>
            <a:r>
              <a:rPr lang="ru-RU" sz="2400" dirty="0"/>
              <a:t> Игрок</a:t>
            </a:r>
          </a:p>
          <a:p>
            <a:r>
              <a:rPr lang="ru-RU" sz="2400" b="1" dirty="0"/>
              <a:t>Основные </a:t>
            </a:r>
            <a:r>
              <a:rPr lang="ru-RU" sz="2400" b="1" dirty="0" smtClean="0"/>
              <a:t>сценарии:</a:t>
            </a:r>
            <a:endParaRPr lang="ru-RU" sz="2400" dirty="0" smtClean="0"/>
          </a:p>
          <a:p>
            <a:r>
              <a:rPr lang="ru-RU" sz="2400" dirty="0" smtClean="0"/>
              <a:t>Игрок нажимает «Начать игру»</a:t>
            </a:r>
          </a:p>
          <a:p>
            <a:r>
              <a:rPr lang="ru-RU" sz="2400" dirty="0" smtClean="0"/>
              <a:t>Программа выводит подсказку</a:t>
            </a:r>
          </a:p>
          <a:p>
            <a:r>
              <a:rPr lang="ru-RU" sz="2400" dirty="0" smtClean="0"/>
              <a:t>Игрок вводит слово</a:t>
            </a:r>
          </a:p>
          <a:p>
            <a:r>
              <a:rPr lang="ru-RU" sz="2400" dirty="0" smtClean="0"/>
              <a:t>Если слово правильное, игрок выигрывает</a:t>
            </a:r>
          </a:p>
          <a:p>
            <a:r>
              <a:rPr lang="ru-RU" sz="2400" dirty="0" smtClean="0"/>
              <a:t>Если слово неправильное, программа продолжает выводить подсказки</a:t>
            </a:r>
          </a:p>
          <a:p>
            <a:r>
              <a:rPr lang="ru-RU" sz="2400" dirty="0" smtClean="0"/>
              <a:t>Когда закончатся 3 попытки, игрок проигрывает</a:t>
            </a:r>
          </a:p>
          <a:p>
            <a:r>
              <a:rPr lang="ru-RU" sz="2400" dirty="0" smtClean="0"/>
              <a:t>Появляется кнопка «Начать снова»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7097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0250" y="171450"/>
            <a:ext cx="4151312" cy="533400"/>
          </a:xfrm>
        </p:spPr>
        <p:txBody>
          <a:bodyPr/>
          <a:lstStyle/>
          <a:p>
            <a:r>
              <a:rPr lang="ru-RU" b="1" dirty="0" smtClean="0"/>
              <a:t>Блок-схема алгоритма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398" y="438150"/>
            <a:ext cx="3531802" cy="6163940"/>
          </a:xfrm>
        </p:spPr>
      </p:pic>
      <p:sp>
        <p:nvSpPr>
          <p:cNvPr id="6" name="TextBox 5"/>
          <p:cNvSpPr txBox="1"/>
          <p:nvPr/>
        </p:nvSpPr>
        <p:spPr>
          <a:xfrm>
            <a:off x="809625" y="1676400"/>
            <a:ext cx="4738541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Начало </a:t>
            </a:r>
            <a:r>
              <a:rPr lang="ru-RU" sz="2400" dirty="0" smtClean="0"/>
              <a:t>-</a:t>
            </a:r>
            <a:r>
              <a:rPr lang="en-US" sz="2400" dirty="0" smtClean="0"/>
              <a:t>&gt;</a:t>
            </a:r>
            <a:r>
              <a:rPr lang="ru-RU" sz="2400" dirty="0" smtClean="0"/>
              <a:t> </a:t>
            </a:r>
            <a:r>
              <a:rPr lang="ru-RU" sz="2400" dirty="0"/>
              <a:t>Выбор случайного слова</a:t>
            </a:r>
          </a:p>
          <a:p>
            <a:r>
              <a:rPr lang="ru-RU" sz="2400" dirty="0"/>
              <a:t>Пока есть </a:t>
            </a:r>
            <a:r>
              <a:rPr lang="ru-RU" sz="2400" dirty="0" smtClean="0"/>
              <a:t>попытки:</a:t>
            </a:r>
          </a:p>
          <a:p>
            <a:r>
              <a:rPr lang="ru-RU" sz="2400" dirty="0" smtClean="0"/>
              <a:t>Показать подсказку</a:t>
            </a:r>
          </a:p>
          <a:p>
            <a:r>
              <a:rPr lang="ru-RU" sz="2400" dirty="0" smtClean="0"/>
              <a:t>Ввод ответа</a:t>
            </a:r>
          </a:p>
          <a:p>
            <a:r>
              <a:rPr lang="ru-RU" sz="2400" dirty="0" smtClean="0"/>
              <a:t>Если </a:t>
            </a:r>
            <a:r>
              <a:rPr lang="ru-RU" sz="2400" dirty="0"/>
              <a:t>верно </a:t>
            </a:r>
            <a:r>
              <a:rPr lang="ru-RU" sz="2400" dirty="0" smtClean="0"/>
              <a:t>-</a:t>
            </a:r>
            <a:r>
              <a:rPr lang="en-US" sz="2400" dirty="0" smtClean="0"/>
              <a:t>&gt;</a:t>
            </a:r>
            <a:r>
              <a:rPr lang="ru-RU" sz="2400" dirty="0" smtClean="0"/>
              <a:t> Победа</a:t>
            </a:r>
          </a:p>
          <a:p>
            <a:r>
              <a:rPr lang="ru-RU" sz="2400" dirty="0" smtClean="0"/>
              <a:t>Если </a:t>
            </a:r>
            <a:r>
              <a:rPr lang="ru-RU" sz="2400" dirty="0"/>
              <a:t>неверно </a:t>
            </a:r>
            <a:r>
              <a:rPr lang="en-US" sz="2400" dirty="0" smtClean="0"/>
              <a:t>-&gt;</a:t>
            </a:r>
            <a:r>
              <a:rPr lang="ru-RU" sz="2400" dirty="0" smtClean="0"/>
              <a:t> </a:t>
            </a:r>
            <a:r>
              <a:rPr lang="ru-RU" sz="2400" dirty="0"/>
              <a:t>Попытка -1</a:t>
            </a:r>
          </a:p>
          <a:p>
            <a:r>
              <a:rPr lang="ru-RU" sz="2400" dirty="0"/>
              <a:t>Если попытки = 0 </a:t>
            </a:r>
            <a:r>
              <a:rPr lang="en-US" sz="2400" dirty="0" smtClean="0"/>
              <a:t>-&gt;</a:t>
            </a:r>
            <a:r>
              <a:rPr lang="ru-RU" sz="2400" dirty="0" smtClean="0"/>
              <a:t> </a:t>
            </a:r>
            <a:r>
              <a:rPr lang="ru-RU" sz="2400" dirty="0"/>
              <a:t>Поражение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5223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8976" y="200025"/>
            <a:ext cx="4494212" cy="485774"/>
          </a:xfrm>
        </p:spPr>
        <p:txBody>
          <a:bodyPr>
            <a:noAutofit/>
          </a:bodyPr>
          <a:lstStyle/>
          <a:p>
            <a:r>
              <a:rPr lang="ru-RU" b="1" dirty="0" smtClean="0"/>
              <a:t>Внешний вид программы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9" y="1206102"/>
            <a:ext cx="5199062" cy="2893219"/>
          </a:xfr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899" y="1206101"/>
            <a:ext cx="5257800" cy="28932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16123" y="4070745"/>
            <a:ext cx="2039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Главное меню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8228466" y="4070744"/>
            <a:ext cx="1678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Экран игры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010186" y="4532409"/>
            <a:ext cx="18517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000" dirty="0" smtClean="0"/>
              <a:t>3 кнопки:</a:t>
            </a:r>
          </a:p>
          <a:p>
            <a:pPr algn="just"/>
            <a:r>
              <a:rPr lang="ru-RU" sz="2000" dirty="0" smtClean="0"/>
              <a:t>Начать игру</a:t>
            </a:r>
          </a:p>
          <a:p>
            <a:pPr algn="just"/>
            <a:r>
              <a:rPr lang="ru-RU" sz="2000" dirty="0" smtClean="0"/>
              <a:t>Описание игры</a:t>
            </a:r>
          </a:p>
          <a:p>
            <a:pPr algn="just"/>
            <a:r>
              <a:rPr lang="ru-RU" sz="2000" dirty="0" smtClean="0"/>
              <a:t>Выйти из игры</a:t>
            </a:r>
            <a:endParaRPr lang="ru-RU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8228466" y="4532409"/>
            <a:ext cx="277069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000" dirty="0" smtClean="0"/>
              <a:t>Счетчик попыток</a:t>
            </a:r>
          </a:p>
          <a:p>
            <a:pPr algn="just"/>
            <a:r>
              <a:rPr lang="ru-RU" sz="2000" dirty="0" smtClean="0"/>
              <a:t>Поле вывода подсказок</a:t>
            </a:r>
          </a:p>
          <a:p>
            <a:pPr algn="just"/>
            <a:r>
              <a:rPr lang="ru-RU" sz="2000" dirty="0" smtClean="0"/>
              <a:t>Поле ввода для слова</a:t>
            </a:r>
          </a:p>
          <a:p>
            <a:pPr algn="just"/>
            <a:r>
              <a:rPr lang="ru-RU" sz="2000" dirty="0" smtClean="0"/>
              <a:t>Кнопка ОК</a:t>
            </a:r>
          </a:p>
          <a:p>
            <a:pPr algn="just"/>
            <a:r>
              <a:rPr lang="ru-RU" sz="2000" dirty="0" smtClean="0"/>
              <a:t>Кнопка Выйти из игры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41216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6438" y="47625"/>
            <a:ext cx="3932237" cy="628650"/>
          </a:xfrm>
        </p:spPr>
        <p:txBody>
          <a:bodyPr/>
          <a:lstStyle/>
          <a:p>
            <a:r>
              <a:rPr lang="ru-RU" b="1" dirty="0" smtClean="0"/>
              <a:t>Пример работы</a:t>
            </a:r>
            <a:endParaRPr lang="ru-RU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63" y="2012156"/>
            <a:ext cx="5027612" cy="2874169"/>
          </a:xfr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050" y="2012155"/>
            <a:ext cx="5019676" cy="28741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8709" y="4886324"/>
            <a:ext cx="3748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Пользователь угадал слово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937565" y="4886324"/>
            <a:ext cx="4136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Пользователь не угадал слово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84771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0876" y="85724"/>
            <a:ext cx="4532312" cy="638175"/>
          </a:xfrm>
        </p:spPr>
        <p:txBody>
          <a:bodyPr/>
          <a:lstStyle/>
          <a:p>
            <a:r>
              <a:rPr lang="ru-RU" b="1" dirty="0" smtClean="0"/>
              <a:t>Содержимое файла лога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032" y="1168400"/>
            <a:ext cx="4839484" cy="4873625"/>
          </a:xfrm>
        </p:spPr>
      </p:pic>
    </p:spTree>
    <p:extLst>
      <p:ext uri="{BB962C8B-B14F-4D97-AF65-F5344CB8AC3E}">
        <p14:creationId xmlns:p14="http://schemas.microsoft.com/office/powerpoint/2010/main" val="2729577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7" y="152400"/>
            <a:ext cx="3932237" cy="552450"/>
          </a:xfrm>
        </p:spPr>
        <p:txBody>
          <a:bodyPr/>
          <a:lstStyle/>
          <a:p>
            <a:r>
              <a:rPr lang="ru-RU" b="1" dirty="0" smtClean="0"/>
              <a:t>Заключение</a:t>
            </a:r>
            <a:endParaRPr lang="ru-RU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39787" y="771525"/>
            <a:ext cx="680085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Что сделано:</a:t>
            </a:r>
            <a:endParaRPr lang="ru-RU" sz="2400" dirty="0"/>
          </a:p>
          <a:p>
            <a:r>
              <a:rPr lang="ru-RU" sz="2400" dirty="0"/>
              <a:t>Создана база слов и подсказок</a:t>
            </a:r>
          </a:p>
          <a:p>
            <a:r>
              <a:rPr lang="ru-RU" sz="2400" dirty="0"/>
              <a:t>Реализован счётчик попыток (3 попытки)</a:t>
            </a:r>
          </a:p>
          <a:p>
            <a:r>
              <a:rPr lang="ru-RU" sz="2400" dirty="0"/>
              <a:t>Разработан графический интерфейс</a:t>
            </a:r>
          </a:p>
          <a:p>
            <a:r>
              <a:rPr lang="ru-RU" sz="2400" dirty="0"/>
              <a:t>Добавлено </a:t>
            </a:r>
            <a:r>
              <a:rPr lang="ru-RU" sz="2400" dirty="0" err="1"/>
              <a:t>логирование</a:t>
            </a:r>
            <a:r>
              <a:rPr lang="ru-RU" sz="2400" dirty="0"/>
              <a:t> действий</a:t>
            </a:r>
          </a:p>
          <a:p>
            <a:r>
              <a:rPr lang="ru-RU" sz="2400" dirty="0"/>
              <a:t>Реализовано фоновое музыкальное сопровождение</a:t>
            </a:r>
          </a:p>
          <a:p>
            <a:r>
              <a:rPr lang="ru-RU" sz="2400" b="1" dirty="0"/>
              <a:t>Приобретённые навыки:</a:t>
            </a:r>
            <a:endParaRPr lang="ru-RU" sz="2400" dirty="0"/>
          </a:p>
          <a:p>
            <a:r>
              <a:rPr lang="ru-RU" sz="2400" dirty="0"/>
              <a:t>Работа с </a:t>
            </a:r>
            <a:r>
              <a:rPr lang="ru-RU" sz="2400" dirty="0" err="1"/>
              <a:t>Tkinter</a:t>
            </a:r>
            <a:r>
              <a:rPr lang="ru-RU" sz="2400" dirty="0"/>
              <a:t> (графический интерфейс)</a:t>
            </a:r>
          </a:p>
          <a:p>
            <a:r>
              <a:rPr lang="ru-RU" sz="2400" dirty="0"/>
              <a:t>Работа с </a:t>
            </a:r>
            <a:r>
              <a:rPr lang="ru-RU" sz="2400" dirty="0" err="1"/>
              <a:t>Pygame</a:t>
            </a:r>
            <a:r>
              <a:rPr lang="ru-RU" sz="2400" dirty="0"/>
              <a:t> (воспроизведение музыки)</a:t>
            </a:r>
          </a:p>
          <a:p>
            <a:r>
              <a:rPr lang="ru-RU" sz="2400" dirty="0"/>
              <a:t>Работа с JSON-файлами</a:t>
            </a:r>
          </a:p>
          <a:p>
            <a:r>
              <a:rPr lang="ru-RU" sz="2400" dirty="0" err="1"/>
              <a:t>Логирование</a:t>
            </a:r>
            <a:r>
              <a:rPr lang="ru-RU" sz="2400" dirty="0"/>
              <a:t> событий</a:t>
            </a:r>
          </a:p>
          <a:p>
            <a:r>
              <a:rPr lang="ru-RU" sz="2400" b="1" dirty="0"/>
              <a:t>Планы на будущее:</a:t>
            </a:r>
            <a:endParaRPr lang="ru-RU" sz="2400" dirty="0"/>
          </a:p>
          <a:p>
            <a:r>
              <a:rPr lang="ru-RU" sz="2400" dirty="0"/>
              <a:t>Расширить базу </a:t>
            </a:r>
            <a:r>
              <a:rPr lang="ru-RU" sz="2400" dirty="0" smtClean="0"/>
              <a:t>слов</a:t>
            </a:r>
          </a:p>
          <a:p>
            <a:r>
              <a:rPr lang="ru-RU" sz="2400" dirty="0" smtClean="0"/>
              <a:t>Добавить выбор уровня сложности</a:t>
            </a:r>
          </a:p>
          <a:p>
            <a:r>
              <a:rPr lang="ru-RU" sz="2400" dirty="0" smtClean="0"/>
              <a:t>Улучшить интерфейс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0669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50</TotalTime>
  <Words>222</Words>
  <Application>Microsoft Office PowerPoint</Application>
  <PresentationFormat>Широкоэкранный</PresentationFormat>
  <Paragraphs>67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Разработка игры «Крокодил»</vt:lpstr>
      <vt:lpstr>Актуальность и проблема</vt:lpstr>
      <vt:lpstr>Use Case диаграмма</vt:lpstr>
      <vt:lpstr>Блок-схема алгоритма</vt:lpstr>
      <vt:lpstr>Внешний вид программы</vt:lpstr>
      <vt:lpstr>Пример работы</vt:lpstr>
      <vt:lpstr>Содержимое файла лога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игры «Крокодил»</dc:title>
  <dc:creator>PC</dc:creator>
  <cp:lastModifiedBy>PC</cp:lastModifiedBy>
  <cp:revision>6</cp:revision>
  <dcterms:created xsi:type="dcterms:W3CDTF">2026-04-02T19:05:47Z</dcterms:created>
  <dcterms:modified xsi:type="dcterms:W3CDTF">2026-04-02T19:56:00Z</dcterms:modified>
</cp:coreProperties>
</file>